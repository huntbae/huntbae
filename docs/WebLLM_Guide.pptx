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WebLLM 활용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CFDBEF"/>
                </a:solidFill>
                <a:latin typeface="Malgun Gothic"/>
                <a:ea typeface="Malgun Gothic"/>
                <a:cs typeface="Malgun Gothic"/>
              </a:rPr>
              <a:t>브라우저에서 돌리는 LLM · 스타터킷 포함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99B0C8"/>
                </a:solidFill>
                <a:latin typeface="Malgun Gothic"/>
                <a:ea typeface="Malgun Gothic"/>
                <a:cs typeface="Malgun Gothic"/>
              </a:rPr>
              <a:t>2026-06-13   ·   huntbae@huntbae.com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WebLLM이란?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in-browser LLM inference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algun Gothic"/>
                <a:ea typeface="Malgun Gothic"/>
                <a:cs typeface="Malgun Gothic"/>
              </a:rPr>
              <a:t>WebGPU 가속으로 LLM을 브라우저 내에서 직접 실행하는 추론 엔진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서버 호출 없음 — 모델 가중치는 브라우저에 다운로드 후 IndexedDB에 캐시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OpenAI Chat Completions API와 호환 (chat.completions.create, stream)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지원 모델: Llama 3/2, Phi 3/2/1.5, Gemma-2B, Mistral, Qwen 등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엔진 4종: 일반 / Web Worker / Service Worker / Chrome Extension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프라이버시 — 입력·출력이 외부 서버로 나가지 않음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원본: mlc-ai/web-llm · 본 분석 대상: Huntbae/web-llm (포크)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런타임 요건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브라우저: WebGPU 지원 (Chrome 113+ / Edge / Safari TP / Firefox Nightly)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GPU: 통합 GPU도 동작하나 7B 이상은 외장 GPU 권장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메모리: 모델 크기 + 약 1~2 GB 여유 (1B → ~1 GB, 7B → ~5 GB)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저장: IndexedDB / OPFS / Cache API — 첫 실행 후 영구 캐시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보안 컨텍스트: HTTPS 또는 localhost 필수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chrome://gpu 에서 'WebGPU: Hardware accelerated'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algun Gothic"/>
                <a:ea typeface="Malgun Gothic"/>
                <a:cs typeface="Malgun Gothic"/>
              </a:rPr>
              <a:t>옵션 A — npm 프로젝트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npm install @mlc-ai/web-llm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# Vite/Webpack 등 ESM 번들러 권장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algun Gothic"/>
                <a:ea typeface="Malgun Gothic"/>
                <a:cs typeface="Malgun Gothic"/>
              </a:rPr>
              <a:t>옵션 B — CDN (한 파일로 시작)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5486400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import * as webllm from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"https://esm.run/@mlc-ai/web-llm";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algun Gothic"/>
                <a:ea typeface="Malgun Gothic"/>
                <a:cs typeface="Malgun Gothic"/>
              </a:rPr>
              <a:t>본 스타터킷의 두 진입점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webllm/index.html — 브라우저로 바로 열기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webllm/package.json + src/ — Vite 기반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webllm/src/worker.ts — Web Worker 호스팅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webllm/src/json-mode.ts — JSON 스키마 강제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Quickstart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OpenAI API와 동일한 시그니처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가장 짧은 호출 (스트리밍 포함)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import { CreateMLCEngine } from "@mlc-ai/web-llm";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const engine = await CreateMLCEngine(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"Llama-3.2-1B-Instruct-q4f32_1-MLC",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{ initProgressCallback: (p) =&gt; console.log(p.text) },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const stream = await engine.chat.completions.create({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messages: [{ role: "user", content: "한 문장으로 자기소개." }],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stream: true,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});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for await (const chunk of stream) {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process.stdout.write(chunk.choices[0]?.delta?.content || "");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엔진 4종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  <a:latin typeface="Consolas"/>
                <a:ea typeface="Consolas"/>
                <a:cs typeface="Consolas"/>
              </a:rPr>
              <a:t>CreateMLCEngine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280160"/>
            <a:ext cx="6583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메인 스레드 직접 실행 — 가장 단순, 데모/실험용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  <a:latin typeface="Consolas"/>
                <a:ea typeface="Consolas"/>
                <a:cs typeface="Consolas"/>
              </a:rPr>
              <a:t>CreateWebWorkerMLCEngine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103120"/>
            <a:ext cx="6583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Web Worker로 오프로드 — UI 끊김 방지 (권장)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79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  <a:latin typeface="Consolas"/>
                <a:ea typeface="Consolas"/>
                <a:cs typeface="Consolas"/>
              </a:rPr>
              <a:t>CreateServiceWorkerMLCEngine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926079"/>
            <a:ext cx="6583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Service Worker 영속화 — 탭 닫혀도 캐시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  <a:latin typeface="Consolas"/>
                <a:ea typeface="Consolas"/>
                <a:cs typeface="Consolas"/>
              </a:rPr>
              <a:t>CreateExtensionServiceWorkerMLCEngine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749039"/>
            <a:ext cx="6583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Chrome 확장 백그라운드용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선택 기준: 단순 데모 → Engine / 실서비스 UI → WebWorker / 확장 → Extension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고급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Streaming: { stream: true } — for await 로 토큰 단위 수신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JSON mode: response_format: { type: 'json_object', schema } 로 스키마 강제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Seed: { seed: 42 } — 재현 가능한 출력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Function calling (WIP): OpenAI 호환 tools 필드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SRI Integrity: 모델 아티팩트 해시 검증으로 무결성 확인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Custom Model: MLC 포맷으로 자체 모델 추가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스타터킷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본 세션에서 webllm/ 하위에 생성한 파일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webllm/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├─ index.html              # 브라우저로 바로 열어 사용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├─ package.json            # @mlc-ai/web-llm + vite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├─ .gitignore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└─ src/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├─ main.ts              # 메인스레드 엔진 + 스트리밍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├─ worker.ts            # Web Worker 호스트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   └─ json-mode.ts         # JSON 스키마 응답 예제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algun Gothic"/>
                <a:ea typeface="Malgun Gothic"/>
                <a:cs typeface="Malgun Gothic"/>
              </a:rPr>
              <a:t>가장 빠른 방법 — index.html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# 로컬 HTTPS/localhost 필요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cd webllm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python3 -m http.server 8000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# 브라우저에서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# http://localhost:8000/index.html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algun Gothic"/>
                <a:ea typeface="Malgun Gothic"/>
                <a:cs typeface="Malgun Gothic"/>
              </a:rPr>
              <a:t>Vite 기반 — npm 프로젝트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48640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cd webllm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npm install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npm run dev</a:t>
            </a:r>
          </a:p>
          <a:p>
            <a:pPr algn="l"/>
            <a:r>
              <a:rPr sz="1200" b="0">
                <a:solidFill>
                  <a:srgbClr val="EEEEEE"/>
                </a:solidFill>
                <a:latin typeface="Consolas"/>
                <a:ea typeface="Consolas"/>
                <a:cs typeface="Consolas"/>
              </a:rPr>
              <a:t># Vite가 보여주는 localhost URL 접속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algun Gothic"/>
                <a:ea typeface="Malgun Gothic"/>
                <a:cs typeface="Malgun Gothic"/>
              </a:rPr>
              <a:t>첫 실행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[모델 로드] 버튼 → 가중치 다운로드 (모델 따라 0.6~5 GB)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다운로드 진행률이 화면에 스트리밍 표시됨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준비 완료 후 입력창에 질문 → Enter 또는 [전송]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응답은 토큰 단위 스트리밍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추천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모델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용량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용도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E86DE"/>
                </a:solidFill>
                <a:latin typeface="Consolas"/>
                <a:ea typeface="Consolas"/>
                <a:cs typeface="Consolas"/>
              </a:rPr>
              <a:t>Llama-3.2-1B-Instruct-q4f32_1-MLC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~1.0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가장 빠름, 모바일·테스트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E86DE"/>
                </a:solidFill>
                <a:latin typeface="Consolas"/>
                <a:ea typeface="Consolas"/>
                <a:cs typeface="Consolas"/>
              </a:rPr>
              <a:t>Llama-3.2-3B-Instruct-q4f32_1-MLC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~2.4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일상 챗봇 권장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34639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E86DE"/>
                </a:solidFill>
                <a:latin typeface="Consolas"/>
                <a:ea typeface="Consolas"/>
                <a:cs typeface="Consolas"/>
              </a:rPr>
              <a:t>Phi-3.5-mini-instruct-q4f16_1-MLC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39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~2.3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39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추론력 우수, 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E86DE"/>
                </a:solidFill>
                <a:latin typeface="Consolas"/>
                <a:ea typeface="Consolas"/>
                <a:cs typeface="Consolas"/>
              </a:rPr>
              <a:t>Qwen2.5-1.5B-Instruct-q4f32_1-MLC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~1.4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747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한국어 양호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E86DE"/>
                </a:solidFill>
                <a:latin typeface="Consolas"/>
                <a:ea typeface="Consolas"/>
                <a:cs typeface="Consolas"/>
              </a:rPr>
              <a:t>Llama-3.1-8B-Instruct-q4f32_1-MLC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~5.2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148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고품질, 고사양 GPU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전체 목록: https://mlc.ai/models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트러블슈팅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WebGPU not available → chrome://flags 에서 'Unsafe WebGPU' 켜기 / 최신 Chrome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Out of memory → 더 작은 모델로 (q4f16_1 이 q4f32_1보다 가벼움)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다운로드 너무 느림 → 회사 프록시·VPN 확인 (HuggingFace CDN 사용)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캐시 초기화 → DevTools &gt; Application &gt; Storage &gt; Clear site data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오프라인 사용 → ServiceWorkerMLCEngine + Cache API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Vite에서 import 에러 → optimizeDeps.exclude: ['@mlc-ai/web-llm']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리소스 &amp;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원본 저장소: https://github.com/mlc-ai/web-llm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본 분석 저장소: https://github.com/Huntbae/web-llm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라이브 데모: https://chat.webllm.ai/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모델 카탈로그: https://mlc.ai/models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•  WebGPU 상태: https://caniuse.com/webgpu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Malgun Gothic"/>
                <a:ea typeface="Malgun Gothic"/>
                <a:cs typeface="Malgun Gothic"/>
              </a:rPr>
              <a:t>다음 단계: 챗 UI 다듬기 → Web Worker로 분리 → PWA로 오프라인화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